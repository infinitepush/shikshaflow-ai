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Lactose Intolerance?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inability to fully digest lactose, a sugar found in milk and dairy products.</a:t>
            </a:r>
          </a:p>
          <a:p>
            <a:r>
              <a:t>• Caused by a deficiency of an enzyme called lactase.</a:t>
            </a:r>
          </a:p>
          <a:p>
            <a:r>
              <a:t>• It is a digestive issue, not a food allergy.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Lactase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Lactase is an enzyme produced in the small intestine.</a:t>
            </a:r>
          </a:p>
          <a:p>
            <a:r>
              <a:t>• Its job is to break down lactose into simpler sugars (glucose and galactose) for absorption.</a:t>
            </a:r>
          </a:p>
          <a:p>
            <a:r>
              <a:t>• Without enough lactase, lactose ferments in the colon, causing symptoms.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Symptoms typically appear 30 minutes to 2 hours after consuming dairy.</a:t>
            </a:r>
          </a:p>
          <a:p>
            <a:r>
              <a:t>• Includes bloating, abdominal cramps, gas, and diarrhea.</a:t>
            </a:r>
          </a:p>
          <a:p>
            <a:r>
              <a:t>• Severity depends on the amount of lactose consumed and individual tolerance.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Lactose Intolerance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Primary: The most common type, where lactase production decreases with age.</a:t>
            </a:r>
          </a:p>
          <a:p>
            <a:r>
              <a:t>• Secondary: Results from an illness or injury affecting the small intestine.</a:t>
            </a:r>
          </a:p>
          <a:p>
            <a:r>
              <a:t>• Congenital: A rare, inherited condition where babies are born without lactase.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Your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Avoid or limit high-lactose foods like milk and soft cheeses.</a:t>
            </a:r>
          </a:p>
          <a:p>
            <a:r>
              <a:t>• Explore lactose-free products or use lactase enzyme supplements.</a:t>
            </a:r>
          </a:p>
          <a:p>
            <a:r>
              <a:t>• Many can still tolerate small amounts of lactose, like in yogurt or hard cheeses.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Enough Calcium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Dairy is a major source of calcium, so alternatives are important.</a:t>
            </a:r>
          </a:p>
          <a:p>
            <a:r>
              <a:t>• Find calcium in fortified plant-based milks, leafy greens (like kale), and sardines.</a:t>
            </a:r>
          </a:p>
          <a:p>
            <a:r>
              <a:t>• Speak with a doctor about your calcium and Vitamin D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